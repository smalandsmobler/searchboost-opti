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5943600" y="-1828800"/>
            <a:ext cx="6400800" cy="9144000"/>
          </a:xfrm>
          <a:prstGeom prst="rect">
            <a:avLst/>
          </a:prstGeom>
          <a:solidFill>
            <a:srgbClr val="2C5F2D">
              <a:alpha val="9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Digital Strategi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Nordic Snus Online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SEO, AI-sökoptimering &amp; innehållsstrategi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April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D0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Utmaningen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Nordic Snus Online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E85D04">
              <a:alpha val="10000"/>
            </a:srgbClr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25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5D0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Google Ads och Meta Ads blockerar nikotinprodukter. Traditionell digital annonsering är inte möjlig.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94560"/>
            <a:ext cx="265176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Google Ads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Nikotinprodukter blockerade sedan 2024. Ingen möjlighet till sökannonsering.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21945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2194560"/>
            <a:ext cx="265176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Meta/Facebook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74720" y="2743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Alla nikotinrelaterade annonser avvisas automatiskt. Inget undantag.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1945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194560"/>
            <a:ext cx="265176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Lösningen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2743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SEO + AI-sökoptimering är den enda skalbara kanalen. Organisk trafik och AI-svar.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Nuläge — nordicsnusonline.com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Nordic Snus Online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2801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WordPress + WooCommerce + Flatsome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82296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1783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Hosting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17830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One.com med Varnish-cache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82296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286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22860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GA4 (G-Z9R3KK4V5Y) + Site Kit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82296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788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SEO-plugin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27889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Saknas — behöver Rank Math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291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E-post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32918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Mailchimp installerat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2296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3794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Geo-redirect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68880" y="37947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IP2Location aktiv — kan störa SEO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SEO-strategi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Nordic Snus Online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54864" cy="685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2801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Rank Math SEO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1627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Installera och konfigurera för alla produkter, kategorier och sidor.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48840"/>
            <a:ext cx="54864" cy="685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488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2194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Produktbeskrivningar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496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Unika, SEO-optimerade beskrivningar på alla produkter med rätt sökord.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54864" cy="685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175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Kategoritexter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364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Informativa texter på alla kategorisidor — Vit Portion, Lössnus, Nikotinfritt etc.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886200"/>
            <a:ext cx="54864" cy="685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862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8872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Content marketing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233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Regelbundna guider och artiklar som rankar på informationssökningar.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AI-sökoptimering (AEO)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Nordic Snus Online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265176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Strukturerad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Product-schema, FAQ-schema, BreadcrumbList på alla sidor så AI-motorer förstår innehållet.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280160"/>
            <a:ext cx="265176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FAQ-optimering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19202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Frågor och svar på alla produktsidor och kategorier — ChatGPT och Perplexity citerar FAQ-innehåll.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280160"/>
            <a:ext cx="265176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AI-citering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19202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Skriv innehåll som AI-sökmotorer vill citera: korta, auktoritära svar på vanliga frågor.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Innehållsplan — 2–4 artiklar/vecka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Nordic Snus Online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265176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Guider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1993392"/>
            <a:ext cx="128016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Välja rätt snus — nybörjarguide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404872"/>
            <a:ext cx="128016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Vitt snus vs portionssnus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816352"/>
            <a:ext cx="128016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Bästa nikotinfria alternativen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227832"/>
            <a:ext cx="128016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Så förvarar du snus rätt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12801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280160"/>
            <a:ext cx="265176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Jämförelser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474720" y="1993392"/>
            <a:ext cx="128016" cy="12801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VELO vs ZYN — komplett test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2404872"/>
            <a:ext cx="128016" cy="12801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Topp 10 starkaste snuset 2026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2816352"/>
            <a:ext cx="128016" cy="12801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Bästa snus med smak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0" y="3227832"/>
            <a:ext cx="128016" cy="12801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0" name="Text 28"/>
          <p:cNvSpPr/>
          <p:nvPr/>
        </p:nvSpPr>
        <p:spPr>
          <a:xfrm>
            <a:off x="374904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Portionssnus vs lössnus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12801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280160"/>
            <a:ext cx="265176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Nyheter &amp; trender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309360" y="1993392"/>
            <a:ext cx="128016" cy="128016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Nya produktlanseringar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2404872"/>
            <a:ext cx="128016" cy="128016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Snustrender 2026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2816352"/>
            <a:ext cx="128016" cy="128016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Lagförändringar i EU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3227832"/>
            <a:ext cx="128016" cy="128016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Intervjuer med tillverkare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Teknisk SEO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Nordic Snus Online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023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4572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XML-sitemap med alla produkter och kategorier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023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86000"/>
            <a:ext cx="4572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860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Schema markup: Product, FAQ, BreadcrumbList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023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00400"/>
            <a:ext cx="4572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00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Core Web Vitals — mål: alla gröna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4023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371600"/>
            <a:ext cx="4572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371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Sidladdning under 3 sekunder på mobil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4023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286000"/>
            <a:ext cx="4572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2860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Hreflang för internationell försäljning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4023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200400"/>
            <a:ext cx="4572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200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Fixa geo-redirect så den inte blockerar sökmotorer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E-postmarknadsföring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Nordic Snus Online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54864" cy="6858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Välkomstflöde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16276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Automatisk serie till nya kunder: välkomst, populära produkter, rabattkod.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48840"/>
            <a:ext cx="54864" cy="6858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194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Övergivna varukorgar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4963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Påminnelse efter 1h, 24h och 72h. Ökar konvertering 10–15%.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54864" cy="6858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063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Återköpsflöde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3649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Automatisk påminnelse när det är dags att beställa igen (30/60/90 dagar).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886200"/>
            <a:ext cx="54864" cy="6858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Nyhetsbrev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2336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Månatligt med nyheter, guider och erbjudanden. Bygger lojalitet.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Åtgärdsplan — Fas 1–3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Nordic Snus Online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265176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2880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Vecka 1–2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1993392"/>
            <a:ext cx="128016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1920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Installera Rank Math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450592"/>
            <a:ext cx="128016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Fixa sitemap + schema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907792"/>
            <a:ext cx="128016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Kategoritexter på alla sidor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64992"/>
            <a:ext cx="128016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Produktbeskrivningar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12801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1280160"/>
            <a:ext cx="265176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0E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 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6344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Vecka 3–4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0" y="1993392"/>
            <a:ext cx="128016" cy="12801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0" y="1920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Starta content-produktion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2450592"/>
            <a:ext cx="128016" cy="12801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2–4 guider/vecka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0" y="2907792"/>
            <a:ext cx="128016" cy="12801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0" name="Text 28"/>
          <p:cNvSpPr/>
          <p:nvPr/>
        </p:nvSpPr>
        <p:spPr>
          <a:xfrm>
            <a:off x="374904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FAQ på alla produktsidor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0" y="3364992"/>
            <a:ext cx="128016" cy="12801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2" name="Text 30"/>
          <p:cNvSpPr/>
          <p:nvPr/>
        </p:nvSpPr>
        <p:spPr>
          <a:xfrm>
            <a:off x="374904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E-postflöden i Mailchimp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12801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1280160"/>
            <a:ext cx="265176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0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 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49808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Löpande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1993392"/>
            <a:ext cx="128016" cy="128016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1920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AI-sökoptimering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2450592"/>
            <a:ext cx="128016" cy="128016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Månadsrapporter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2907792"/>
            <a:ext cx="128016" cy="128016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Positionsspårning via GSC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3364992"/>
            <a:ext cx="128016" cy="128016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Innehållskalender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5486400" y="-914400"/>
            <a:ext cx="5486400" cy="7315200"/>
          </a:xfrm>
          <a:prstGeom prst="rect">
            <a:avLst/>
          </a:prstGeom>
          <a:solidFill>
            <a:srgbClr val="2C5F2D">
              <a:alpha val="9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Nästa steg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Nordic Snus Online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54864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371600"/>
            <a:ext cx="54864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3716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13716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Installera Rank Math + konfigurera SEO-grund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54864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011680"/>
            <a:ext cx="54864" cy="5029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0116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0116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Starta innehållsproduktion — guider och jämförelser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54864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5029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51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26517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AI-sökoptimering — strukturerad data och FAQ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54864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91840"/>
            <a:ext cx="54864" cy="5029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918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1560" y="3291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Månadsrapporter med positioner och trafik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526280"/>
            <a:ext cx="2743200" cy="3200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mikael@searchboost.se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searchboost.se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Strategi — Nordic Snus Online</dc:title>
  <dc:subject>PptxGenJS Presentation</dc:subject>
  <dc:creator>Searchboost</dc:creator>
  <cp:lastModifiedBy>Searchboost</cp:lastModifiedBy>
  <cp:revision>1</cp:revision>
  <dcterms:created xsi:type="dcterms:W3CDTF">2026-04-04T13:41:55Z</dcterms:created>
  <dcterms:modified xsi:type="dcterms:W3CDTF">2026-04-04T13:41:55Z</dcterms:modified>
</cp:coreProperties>
</file>