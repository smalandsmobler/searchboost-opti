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8C"/>
                </a:solidFill>
                <a:latin typeface="Calibri"/>
              </a:defRPr>
            </a:pPr>
            <a:r>
              <a:t>SEARCHBOOST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Ny webbplatsstruktur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Calibri"/>
              </a:defRPr>
            </a:pPr>
            <a:r>
              <a:t>Kompetensutveckla.se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Ämnesbaserad struktur — fler sök, fler kursdeltagare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320040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Mikael Larsson — Medierådgivare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mikael@searchboost.nu  |  0760-19 49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Nuläge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Tre saker som kostar er trafik idag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>
                <a:solidFill>
                  <a:srgbClr val="EF4444"/>
                </a:solidFill>
                <a:latin typeface="Calibri"/>
              </a:defRPr>
            </a:pPr>
            <a:r>
              <a:t>971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1089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971 trasiga</a:t>
            </a:r>
            <a:br/>
            <a:r>
              <a:t>interna länkar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URL-strukturen ändrades utan 301-redirects. Google tappar förtroendet för sajten.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6576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>
                <a:solidFill>
                  <a:srgbClr val="F59E0B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108960"/>
            <a:ext cx="31089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200+ gratisresurser</a:t>
            </a:r>
            <a:br/>
            <a:r>
              <a:t>osynliga för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Checklistor, mallar, AFS-texter ligger gömda — ingen söktrafik trots värdefullt innehåll.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6576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>
                <a:solidFill>
                  <a:srgbClr val="F97316"/>
                </a:solidFill>
                <a:latin typeface="Calibri"/>
              </a:defRPr>
            </a:pPr>
            <a:r>
              <a:t>12+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108960"/>
            <a:ext cx="310896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12+ toppkategorier</a:t>
            </a:r>
            <a:br/>
            <a:r>
              <a:t>kaotisk struktur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60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Samma ämne på 3 ställen. Google förstår inte vad sajten handlar 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Strukturjämförelse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Från kaos till tydlighet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394960" cy="498348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Calibri"/>
              </a:defRPr>
            </a:pPr>
            <a:r>
              <a:t>Idag — Leveransformat som kategori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48463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Webb-utbildningar  (kategori)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Fysiska kurser  (kategori)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Lärarledda kurser  (kategori)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Ledarskap &amp; chefsutbildning  (överlapp)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Ledarskapsutbildning  (överlapp)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Ledarskap  (överlapp)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12+ toppkategorier, alla blandat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✗  Kurskatalog och kunskapsbank ihopblandat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394960" cy="498348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Ny — Ämne som kategori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057400"/>
            <a:ext cx="4846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/utbildningar/  (EN toppkategori)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/ledarskap/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/hr-personalhantering/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/arbetsmiljo/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/ekonomi-juridik/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/digitalt-it/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/kunskapsbank/  (NY toppkategori)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/checklistor/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  /mallar/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Format (webb/fysisk) = filter/tagg, ej kategori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74720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91E8C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Ny struktur — ämnesbaserad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Så ser den nya sajten 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642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1E8C"/>
                </a:solidFill>
                <a:latin typeface="Calibri"/>
              </a:defRPr>
            </a:pPr>
            <a:r>
              <a:t>kompetensutveckla.se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/utbildningar/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240280"/>
            <a:ext cx="36576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60604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715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/kunskapsbank/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240280"/>
            <a:ext cx="36576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/ledarskap/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/hr-personal/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/arbetsmiljo/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/ekonomi-juridik/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/digitalt-it/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657600"/>
            <a:ext cx="173736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/halsa-friskvard/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46120"/>
            <a:ext cx="36576" cy="411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0" y="3657600"/>
            <a:ext cx="109728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/checklistor/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3657600"/>
            <a:ext cx="109728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/mallar/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657600"/>
            <a:ext cx="109728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/AFS-texter/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35640" y="3657600"/>
            <a:ext cx="1097280" cy="548640"/>
          </a:xfrm>
          <a:prstGeom prst="roundRect">
            <a:avLst/>
          </a:prstGeom>
          <a:solidFill>
            <a:srgbClr val="16213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Calibri"/>
              </a:defRPr>
            </a:pPr>
            <a:r>
              <a:t>/guider/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246120"/>
            <a:ext cx="36576" cy="411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Format-taggar (visas som filter på listningar):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Webb-utbildning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Fysisk kurs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Lärarledd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På plats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Halvdag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4892040"/>
            <a:ext cx="1783080" cy="4572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496519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Heldag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Varje ämnes-kategori (/ledarskap/, /arbetsmiljo/ etc.) får en pillar page — rankad landningssida som samlar alla kurser och resurser inom ämnet.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Nyckelordsmöjligheter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8 300 månliga sökningar — ni har redan innehållet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9260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  <a:latin typeface="Calibri"/>
              </a:defRPr>
            </a:pPr>
            <a:r>
              <a:t>8 300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sök/mån totalt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ni har redan innehåll för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54480"/>
            <a:ext cx="269748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1E8C"/>
                </a:solidFill>
                <a:latin typeface="Calibri"/>
              </a:defRPr>
            </a:pPr>
            <a:r>
              <a:t>Ledarskap &amp; chefsutbildning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3 400 sök/mån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651760"/>
            <a:ext cx="2194560" cy="3657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chefsutbildning  1 600/mån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ledarskapsutbildning  880/mån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ledarskap utbildning  390/mån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54480"/>
            <a:ext cx="269748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Arbetsmiljö &amp;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2 900 sök/mån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651760"/>
            <a:ext cx="2194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arbetsmiljöutbildning  590/mån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hr utbildning  480/mån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skyddsombud utbildning  390/mån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554480"/>
            <a:ext cx="269748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Ekonomi &amp; Juridik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2 000 sök/mån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651760"/>
            <a:ext cx="219456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löneadministratör utbildning  880/mån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arbetsrättslig utbildning  390/mån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▸  bokföring utbildning  480/mån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Ni har idag ~52 klick/mån. Med rätt struktur och pillar pages: mål 500–1 000 klick/mån inom 6–12 månader.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Vad ingår i omläggningen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Komplett omläggning — inget ni behöver göra själva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Kategoristruktur-omläggning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Komplett omstrukturering från leveransformat till ämnesbaserad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1E8C"/>
                </a:solidFill>
                <a:latin typeface="Calibri"/>
              </a:defRPr>
            </a:pPr>
            <a:r>
              <a:t>URL-struktur optimering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Nya SEO-vänliga URL:er för alla 600+ sidor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Calibri"/>
              </a:defRPr>
            </a:pPr>
            <a:r>
              <a:t>Taxonomi &amp; filter-taggar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Format (Webb/Fysisk/Lärarledd) som filter istället för kategori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Kunskapshub-uppsättning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Ny toppkategori med pillar pages för checklistor, mallar, AFS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Intern länkning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Alla sidor länkade i rätt hierarki, breadcrumbs korrekt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EduAdmin-konfiguration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337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Synka kurskategorier med den nya strukturen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06908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t>QA &amp; testning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Allt testas i staging — ni godkänner innan det går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03520"/>
            <a:ext cx="54864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Sökordsoptimerade landningssidor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Pillar pages per ämne — rankar på breda söktermer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Avkastning på investering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Konservativ beräkning — vad ni kan förvänta 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676"/>
                </a:solidFill>
                <a:latin typeface="Calibri"/>
              </a:defRPr>
            </a:pPr>
            <a:r>
              <a:t>+2 000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extra besökare/mån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D4FF"/>
                </a:solidFill>
                <a:latin typeface="Calibri"/>
              </a:defRPr>
            </a:pPr>
            <a:r>
              <a:t>20 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78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extra bokningar/mån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59E0B"/>
                </a:solidFill>
                <a:latin typeface="Calibri"/>
              </a:defRPr>
            </a:pPr>
            <a:r>
              <a:t>2 000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78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snitt per bokning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54480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916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91E8C"/>
                </a:solidFill>
                <a:latin typeface="Calibri"/>
              </a:defRPr>
            </a:pPr>
            <a:r>
              <a:t>480 000 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78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extra intäkt/år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Utöver intäkter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971 trasiga interna länkar fixade — bättre användarupplevelse direkt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Topical authority i Google — ni äger "arbetsmiljö utbildning"-nischen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Skalbar struktur — nya utbildningar läggs enkelt till rätt ämne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Kunskapshubbar som lead-generatorer — gratis innehåll driver betald kursbokning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 Bättre EduAdmin-integration — kurskatalog synkar med SEO-optimerad struktur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Tidplan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Klart på 3 veckor — allt i testmiljö först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70332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868680" cy="8686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64792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37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Vecka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Analys &amp; planering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3200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SEO-audit av hela sajten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Komplett nyckelordsanalys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Kartlägga alla kurser → nya kategorier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Bygga redirect-lista (142+ URL:er)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Teknisk genomgång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08760"/>
            <a:ext cx="370332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4568" y="1691640"/>
            <a:ext cx="868680" cy="868680"/>
          </a:xfrm>
          <a:prstGeom prst="round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764792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1737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Vecka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Bygg staging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4568" y="2606040"/>
            <a:ext cx="3200400" cy="3657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74320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Ny kategoristruktur i staging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EduAdmin-konfiguration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URL-flytt &amp; pillar pages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Kunskapshub-uppsättning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Breadcrumbs &amp; intern länkning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1508760"/>
            <a:ext cx="3703320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49055" y="1691640"/>
            <a:ext cx="868680" cy="8686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5" y="1764792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5" y="1737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Vecka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5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QA &amp; lansering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9055" y="2606040"/>
            <a:ext cx="32004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5" y="274320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QA &amp; testning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Ni godkänner staging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Stegvis lansering i produktion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Monitorering &amp; finjustering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Ni äger resultatet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Ni godkänner i staging innan något går live. Noll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1E8C"/>
                </a:solidFill>
                <a:latin typeface="Calibri"/>
              </a:defRPr>
            </a:pPr>
            <a:r>
              <a:t>Investering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searchboost.nu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Vad ingår och vad det kostar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400800" cy="4389120"/>
          </a:xfrm>
          <a:prstGeom prst="round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Ingår i totalpaket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5669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Kategoristruktur-omläggning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40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7 500 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9192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URL-struktur optimering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157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4 500 kr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912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Taxonomi &amp; tagg-optimering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19125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5 250 kr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30168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667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Breadcrumb-struktur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667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3 750 kr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05656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42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Kunskapshub-uppsättning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422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ingår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81144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EduAdmin-konfiguration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617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ingår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56632"/>
            <a:ext cx="56692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93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QA &amp; staging-test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0932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E676"/>
                </a:solidFill>
                <a:latin typeface="Calibri"/>
              </a:defRPr>
            </a:pPr>
            <a:r>
              <a:t>ingår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1554480"/>
            <a:ext cx="4389120" cy="43891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1E8C"/>
                </a:solidFill>
                <a:latin typeface="Calibri"/>
              </a:defRPr>
            </a:pPr>
            <a:r>
              <a:t>TOTALPAKET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286000"/>
            <a:ext cx="347472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4231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23 250 kr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611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exkl. moms, engångspris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069080"/>
            <a:ext cx="34747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206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Calibri"/>
              </a:defRPr>
            </a:pPr>
            <a:r>
              <a:t>Allt inkluderat — inga dolda kostnader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663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Leverans 3 veckor från godkännande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120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Ni godkänner innan det går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Alla priser exkl. moms.  Totalpaket inkluderar kunskapshub och EduAdmin-konfiguration utan extra kostnad.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Redo att ta täten</a:t>
            </a:r>
            <a:br/>
            <a:r>
              <a:t>i kursbranschen?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Vi kan starta SEO-audit och nyckelordsanalys redan denna vecka — utan EduAdmin-access.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310896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37307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91E8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74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Ni godkänner förslaget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657600"/>
            <a:ext cx="310896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37307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74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 startar audit &amp; planering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3108960" cy="822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7307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74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Ni godkänner staging — lansering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892040"/>
            <a:ext cx="393192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Mikael Larsson  |  mikael@searchboost.nu  |  0760-19 49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1E8C"/>
                </a:solidFill>
                <a:latin typeface="Calibri"/>
              </a:defRPr>
            </a:pPr>
            <a:r>
              <a:t>SEARCHBOOST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