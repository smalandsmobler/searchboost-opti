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Kostnadsanalys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BBCCDD"/>
                </a:solidFill>
                <a:latin typeface="Calibri"/>
              </a:defRPr>
            </a:pPr>
            <a:r>
              <a:t>seo-mcp-server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C"/>
                </a:solidFill>
                <a:latin typeface="Calibri"/>
              </a:defRPr>
            </a:pPr>
            <a:r>
              <a:t>Kostnadssammanfattning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97280"/>
          <a:ext cx="804672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Kategori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Månad (SEK)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År (SEK)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Hosting &amp; infrastruktur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Calibri"/>
                        </a:defRPr>
                      </a:pPr>
                      <a:r>
                        <a:t>500 – 2 000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Calibri"/>
                        </a:defRPr>
                      </a:pPr>
                      <a:r>
                        <a:t>6 000 – 24 000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API-tjänster &amp; datakällor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Calibri"/>
                        </a:defRPr>
                      </a:pPr>
                      <a:r>
                        <a:t>0 – 3 000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Calibri"/>
                        </a:defRPr>
                      </a:pPr>
                      <a:r>
                        <a:t>0 – 36 000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Utveckling (initial engångskostnad)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Calibri"/>
                        </a:defRPr>
                      </a:pPr>
                      <a:r>
                        <a:t>60 000 – 100 000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Utveckling (löpande underhåll)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Calibri"/>
                        </a:defRPr>
                      </a:pPr>
                      <a:r>
                        <a:t>5 000 – 15 000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Calibri"/>
                        </a:defRPr>
                      </a:pPr>
                      <a:r>
                        <a:t>60 000 – 180 000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Domän &amp; SSL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Calibri"/>
                        </a:defRPr>
                      </a:pPr>
                      <a:r>
                        <a:t>~15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Calibri"/>
                        </a:defRPr>
                      </a:pPr>
                      <a:r>
                        <a:t>~180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TOTALT (löpande)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Calibri"/>
                        </a:defRPr>
                      </a:pPr>
                      <a:r>
                        <a:t>5 515 – 20 015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Calibri"/>
                        </a:defRPr>
                      </a:pPr>
                      <a:r>
                        <a:t>66 180 – 240 180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C"/>
                </a:solidFill>
                <a:latin typeface="Calibri"/>
              </a:defRPr>
            </a:pPr>
            <a:r>
              <a:t>Hosting &amp; infrastruktur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Rekommendation: Starta med en liten VPS (~100 SEK/mån) och skala vid behov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81328"/>
          <a:ext cx="804672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Alternativ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Beskrivning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Kostnad/mån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VPS (Hetzner, DigitalOcean)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Liten instans för MCP-server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Calibri"/>
                        </a:defRPr>
                      </a:pPr>
                      <a:r>
                        <a:t>50 – 200 SEK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Molntjänst (AWS/GCP/Azure)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Serverless eller container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Calibri"/>
                        </a:defRPr>
                      </a:pPr>
                      <a:r>
                        <a:t>200 – 2 000 SEK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Egenhostad (lokal maskin)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Ingen extern kostnad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Calibri"/>
                        </a:defRPr>
                      </a:pPr>
                      <a:r>
                        <a:t>~0 SEK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C"/>
                </a:solidFill>
                <a:latin typeface="Calibri"/>
              </a:defRPr>
            </a:pPr>
            <a:r>
              <a:t>API-tjänster &amp; datakällor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Grundfunktionaliteten kräver inga betalda API:er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81328"/>
          <a:ext cx="80467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Tjänst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Användning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Kostnad/mån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Web scraping/crawling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Hämta sidor för SEO-analys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Calibri"/>
                        </a:defRPr>
                      </a:pPr>
                      <a:r>
                        <a:t>0 SEK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Google Search Console API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Sökdata (gratis med konto)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Calibri"/>
                        </a:defRPr>
                      </a:pPr>
                      <a:r>
                        <a:t>0 SEK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Google PageSpeed Insights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Prestationsdata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Calibri"/>
                        </a:defRPr>
                      </a:pPr>
                      <a:r>
                        <a:t>0 SEK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Tredjepartsdata (Ahrefs/SEMrush)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Avancerad analys (valfritt)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Calibri"/>
                        </a:defRPr>
                      </a:pPr>
                      <a:r>
                        <a:t>1 000 – 3 000 SEK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C"/>
                </a:solidFill>
                <a:latin typeface="Calibri"/>
              </a:defRPr>
            </a:pPr>
            <a:r>
              <a:t>Utvecklingskostnad — initial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97280"/>
          <a:ext cx="804672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Tid (h)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Kostnad (800 kr/h)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Arkitektur &amp;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Calibri"/>
                        </a:defRPr>
                      </a:pPr>
                      <a:r>
                        <a:t>8 –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Calibri"/>
                        </a:defRPr>
                      </a:pPr>
                      <a:r>
                        <a:t>6 400 – 9 600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Kärnverktyg (6 st)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Calibri"/>
                        </a:defRPr>
                      </a:pPr>
                      <a:r>
                        <a:t>30 – 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Calibri"/>
                        </a:defRPr>
                      </a:pPr>
                      <a:r>
                        <a:t>24 000 – 36 000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Testning &amp; 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Calibri"/>
                        </a:defRPr>
                      </a:pPr>
                      <a:r>
                        <a:t>10 – 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Calibri"/>
                        </a:defRPr>
                      </a:pPr>
                      <a:r>
                        <a:t>8 000 – 14 400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Dokumentation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Calibri"/>
                        </a:defRPr>
                      </a:pPr>
                      <a:r>
                        <a:t>5 – 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Calibri"/>
                        </a:defRPr>
                      </a:pPr>
                      <a:r>
                        <a:t>4 000 – 6 400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Deployment &amp; CI/CD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Calibri"/>
                        </a:defRPr>
                      </a:pPr>
                      <a:r>
                        <a:t>8 –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Calibri"/>
                        </a:defRPr>
                      </a:pPr>
                      <a:r>
                        <a:t>6 400 – 9 600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TOTALT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Calibri"/>
                        </a:defRPr>
                      </a:pPr>
                      <a:r>
                        <a:t>61 – 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Calibri"/>
                        </a:defRPr>
                      </a:pPr>
                      <a:r>
                        <a:t>60 000 – 100 000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C"/>
                </a:solidFill>
                <a:latin typeface="Calibri"/>
              </a:defRPr>
            </a:pPr>
            <a:r>
              <a:t>Löpande underhållskostnad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97280"/>
          <a:ext cx="804672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Aktivitet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Tid/mån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Kostnad/mån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Buggfixar &amp; uppdateringar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Calibri"/>
                        </a:defRPr>
                      </a:pPr>
                      <a:r>
                        <a:t>3 – 8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Calibri"/>
                        </a:defRPr>
                      </a:pPr>
                      <a:r>
                        <a:t>2 400 – 6 400 SEK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Nya funktioner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Calibri"/>
                        </a:defRPr>
                      </a:pPr>
                      <a:r>
                        <a:t>5 – 15 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Calibri"/>
                        </a:defRPr>
                      </a:pPr>
                      <a:r>
                        <a:t>4 000 – 12 000 SEK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Övervakning &amp; drift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Calibri"/>
                        </a:defRPr>
                      </a:pPr>
                      <a:r>
                        <a:t>1 – 2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latin typeface="Calibri"/>
                        </a:defRPr>
                      </a:pPr>
                      <a:r>
                        <a:t>800 – 1 600 SEK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C"/>
                </a:solidFill>
                <a:latin typeface="Calibri"/>
              </a:defRPr>
            </a:pPr>
            <a:r>
              <a:t>Risker &amp; besparingsmöjligheter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RISKER: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Skalning — ökade förfrågningar kan höja hosting-kostnader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API-begränsningar — gratistjänster har rate limits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Tredjepartsberoende — prisändringar hos API-leverantörer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BESPARINGAR: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Open source-verktyg istället för betalda API:er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Caching av resultat minskar API-anrop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Serverless-arkitektur — betala per anrop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Community-bidrag minskar utvecklingskostnad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C"/>
                </a:solidFill>
                <a:latin typeface="Calibri"/>
              </a:defRPr>
            </a:pPr>
            <a:r>
              <a:t>Slutsats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Projektet kan startas med minimal kostnad (~100 SEK/mån)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Grundfunktioner kräver inga betalda API:er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Största kostnaden är utvecklingstid: 60–95 timmar för MVP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Total initial utvecklingskostnad: 60 000 – 100 000 SEK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Skalbar arkitektur — kostnader växer med användning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