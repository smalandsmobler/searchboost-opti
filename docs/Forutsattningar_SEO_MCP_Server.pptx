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4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Förutsättningar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8E6C9"/>
                </a:solidFill>
                <a:latin typeface="Calibri"/>
              </a:defRPr>
            </a:pPr>
            <a:r>
              <a:t>seo-mcp-server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744F"/>
                </a:solidFill>
                <a:latin typeface="Calibri"/>
              </a:defRPr>
            </a:pPr>
            <a:r>
              <a:t>Tekniska systemkrav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Krav</a:t>
                      </a:r>
                    </a:p>
                  </a:txBody>
                  <a:tcPr>
                    <a:solidFill>
                      <a:srgbClr val="2E74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Minimum</a:t>
                      </a:r>
                    </a:p>
                  </a:txBody>
                  <a:tcPr>
                    <a:solidFill>
                      <a:srgbClr val="2E74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Rekommenderat</a:t>
                      </a:r>
                    </a:p>
                  </a:txBody>
                  <a:tcPr>
                    <a:solidFill>
                      <a:srgbClr val="2E74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v18+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v20 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npm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v9+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v10+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512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 GB+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Disk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100 MB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500 MB (inkl. cache)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Linux, macOS,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Linux (Ubuntu 22.04+)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744F"/>
                </a:solidFill>
                <a:latin typeface="Calibri"/>
              </a:defRPr>
            </a:pPr>
            <a:r>
              <a:t>Paketberoenden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Nätverkskrav: Utgående HTTPS (port 443), ingen inkommande port krävs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81328"/>
          <a:ext cx="80467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Paket</a:t>
                      </a:r>
                    </a:p>
                  </a:txBody>
                  <a:tcPr>
                    <a:solidFill>
                      <a:srgbClr val="2E74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2E74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Syfte</a:t>
                      </a:r>
                    </a:p>
                  </a:txBody>
                  <a:tcPr>
                    <a:solidFill>
                      <a:srgbClr val="2E74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@modelcontextprotocol/sdk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^1.0.0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MCP-serverramverk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zod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^3.0.0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Schema-validering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Node.js inbyggd fetch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HTTP-förfrågningar (Node 18+)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744F"/>
                </a:solidFill>
                <a:latin typeface="Calibri"/>
              </a:defRPr>
            </a:pPr>
            <a:r>
              <a:t>Kunskapsförutsättningar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UTVECKLINGSTEAMET: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JavaScript/Node.js — ES-moduler, asynkron programmering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MCP-protokollet — Model Context Protocol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SEO — on-page SEO, meta-taggar, sitemaps, robots.txt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HTML/DOM-parsning — analysera webbsidor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DRIFT &amp; UNDERHÅLL: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Linux-serveradministration (om egenhostad)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Git-versionshantering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npm-pakethantering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744F"/>
                </a:solidFill>
                <a:latin typeface="Calibri"/>
              </a:defRPr>
            </a:pPr>
            <a:r>
              <a:t>Checklista — innan utvecklingsstart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⬜  Node.js v18+ installerat  —  Utvecklare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✅  Git-repo uppsatt och tillgängligt  —  Klart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⬜  MCP-klientmiljö för testning  —  Utvecklare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⬜  Testsidor identifierade för SEO-analys  —  Produktägare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⬜  SEO-regler och krav definierade  —  SEO-specialist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⬜  CI/CD-pipeline konfigurerad  —  DevOps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744F"/>
                </a:solidFill>
                <a:latin typeface="Calibri"/>
              </a:defRPr>
            </a:pPr>
            <a:r>
              <a:t>Checklista — innan produktion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⬜  Alla 6 kärnverktyg implementerade och testade  —  Utvecklare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⬜  Felhantering och rate limiting på plats  —  Utvecklare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⬜  Dokumentation komplett  —  Utvecklare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⬜  Hosting/deployment-miljö förberedd  —  DevOps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⬜  Övervakning och loggning konfigurerat  —  DevOps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⬜  Säkerhetsgranskning genomförd  —  Säkerhet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744F"/>
                </a:solidFill>
                <a:latin typeface="Calibri"/>
              </a:defRPr>
            </a:pPr>
            <a:r>
              <a:t>Juridiska &amp; regulatoriska förutsättningar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Web scraping — Respektera robots.txt och webbplatsers användarvillkor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GDPR — Ingen persondata samlas in vid standard SEO-analys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Licensiering — MIT-licens; verifiera att beroenden är kompatibla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API-villkor — Följ användarvillkor för Google APIs etc.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744F"/>
                </a:solidFill>
                <a:latin typeface="Calibri"/>
              </a:defRPr>
            </a:pPr>
            <a:r>
              <a:t>Beroenden &amp; risker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2E74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Sannolikhet</a:t>
                      </a:r>
                    </a:p>
                  </a:txBody>
                  <a:tcPr>
                    <a:solidFill>
                      <a:srgbClr val="2E74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Påverkan</a:t>
                      </a:r>
                    </a:p>
                  </a:txBody>
                  <a:tcPr>
                    <a:solidFill>
                      <a:srgbClr val="2E74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Åtgärd</a:t>
                      </a:r>
                    </a:p>
                  </a:txBody>
                  <a:tcPr>
                    <a:solidFill>
                      <a:srgbClr val="2E74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 SDK bryter kompatibilitet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Medel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Hög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Pinnade versioner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Rate limiting från webbplatser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Hög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Medel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Fördröjning, caching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Node.js-versionsändringar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Låg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Medel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LTS-versioner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Komplex JS-rendering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Hög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Medel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Headless browser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744F"/>
                </a:solidFill>
                <a:latin typeface="Calibri"/>
              </a:defRPr>
            </a:pPr>
            <a:r>
              <a:t>Antaganden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MCP-klienten hanterar autentisering och användaråtkomst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Servern körs lokalt eller i betrodd miljö — ingen egen auth initialt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Analyserade webbsidor är publikt tillgängliga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Grundfunktionaliteten byggs utan betalda tredjepartsverktyg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MVP levereras med 6 kärnverktyg innan eventuell utökning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